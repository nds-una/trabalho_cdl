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f2qOHAVL8YYdE1HMoVhbNcmBzfe_ZlPUm_24o3PlEjBthS7A/viewanalytic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ta.cdlbh.com.b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ta.cdlbh.com.br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rta.cdlbh.com.br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00530-18BB-9854-3656-067C1B7D2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Relatório de Usabilidade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FBCEF6-3C43-3E2F-C40B-5E0320D0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5940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Perfil de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Comerciantes insatisfeitos com a carga tributária do estado de Minas Gerais e da União Federal.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Empreendedores que buscam capacitação e treinamento para melhora na gestão do seu negócio.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Comerciantes que buscam otimizar o processo de negócios.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0838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 para traçar o perfil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Você se sente preparado ou preparado para gerenciar a sua loja?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Neste momento, qual é o maior desafio do seu negócio?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Qual seria o pior cenário para o seu negócio?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seu comércio possui cupom fiscal?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Caso possua cupom fiscal, a emissão do mesmo é regulamentada?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Você conhece o Simples Nacional?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Você declara o IR?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Caso você declare o IR, COMO e ONDE você deve fazer a declaração do IR?</a:t>
            </a:r>
          </a:p>
          <a:p>
            <a:pPr marL="45720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Você acha que a carga tributária que paga atualmente é justa?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11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Personas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35470"/>
            <a:ext cx="8915400" cy="5221704"/>
          </a:xfrm>
        </p:spPr>
        <p:txBody>
          <a:bodyPr>
            <a:normAutofit fontScale="85000" lnSpcReduction="10000"/>
          </a:bodyPr>
          <a:lstStyle/>
          <a:p>
            <a:pPr indent="457200"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 1:</a:t>
            </a:r>
            <a:br>
              <a:rPr lang="pt-BR" b="0" dirty="0">
                <a:effectLst/>
              </a:rPr>
            </a:b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Dinesh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é indiano, tem 29 anos, é formado em Gastronomia, está iniciando a pós em Cozinha Brasileira e mora em BH.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Dinesh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é casado e não tem filhos. Ele é chef de cozinha e também administra o empreendimento. Devido às restrições e protocolos que o município aplicou durante a pandemia, teve dificuldades na gestão do seu negócio e hoje tenta se restabelecer no mercado com novas estratégias de negócio, controlando seus custos e ganhos, com medidas de higienização, mudanças na entregas e infraestrutura dos negócios.</a:t>
            </a: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457200" rtl="0">
              <a:spcBef>
                <a:spcPts val="0"/>
              </a:spcBef>
              <a:spcAft>
                <a:spcPts val="0"/>
              </a:spcAft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 2:</a:t>
            </a: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João tem 57 anos, é mineiro formado em Administração e está finalizando sua pós em Gestão Empresarial. João é casado e tem dois filhos. Ele é dono de uma empresa de médio porte que atualmente conta com aproximadamente 70 colaboradores.</a:t>
            </a:r>
            <a:r>
              <a:rPr lang="pt-BR" dirty="0"/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Atualmente, ele enfrenta problemas na gestão, precisa reduzir alguns custos para manter o efetivo atual da empresa e busca soluções que reduzam o custo e que sejam mais vantajosas para os funcionários.</a:t>
            </a: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indent="457200"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 3:</a:t>
            </a:r>
            <a:br>
              <a:rPr lang="pt-BR" b="0" dirty="0">
                <a:effectLst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Dagoberto Pêra tem 34 anos  e nasceu na cidade de Luz. Dagoberto se mudou para Belo Horizonte aos 18 anos com o apoio de sua família a fim de dar início aos seus estudos. Cursou Administração na faculdade UNA, onde teve a ideia de vender camisas com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silks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criativos para os diversos cursos que a faculdade ofertava para financiar seus estudos. Ao final do curso de administração conseguiu estabelecer uma grande clientela, possibilitando a abertura de uma loja física que tem lhe rendido um bom faturamento.</a:t>
            </a:r>
          </a:p>
          <a:p>
            <a:pPr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283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093497"/>
            <a:ext cx="8915400" cy="5221704"/>
          </a:xfrm>
        </p:spPr>
        <p:txBody>
          <a:bodyPr>
            <a:normAutofit/>
          </a:bodyPr>
          <a:lstStyle/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Cenário 1: 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Durante a pandemia, comerciantes e prestadores de serviços de todo o país enfrentam um problema duplo. Enquanto as vendas caem, as contas de impostos continuam chegando.</a:t>
            </a:r>
            <a:r>
              <a:rPr lang="pt-BR" dirty="0"/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Quem é dono de restaurante divide seu tempo entre o atendimento parcial no refeitório e a contabilidade.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Dinesh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teve que demitir funcionários e está tentando descobrir o que está acontecendo com as entregas que diminuíram consideravelmente, após alguns meses se sentindo sufocado pelos impostos,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Dinesh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decide procurar ajuda.</a:t>
            </a:r>
          </a:p>
          <a:p>
            <a:pPr marL="5715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Cenário 2: 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João v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 tendo problemas para conseguir lucro com sua empresa, todo mês as contas fecham quase no vermelho, após uma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conversa com outro empreendedor,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João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identificou que está pagando muito mais por planos de saúde e odontológico do que o outro empreendedor. Após essa conversa,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João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decidiu procurar ajuda.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19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Cenários (continuação)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255866"/>
            <a:ext cx="8915400" cy="5221704"/>
          </a:xfrm>
        </p:spPr>
        <p:txBody>
          <a:bodyPr>
            <a:normAutofit/>
          </a:bodyPr>
          <a:lstStyle/>
          <a:p>
            <a:pPr marL="457200" algn="just"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Cenário 3: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Brasil possui uma das mais complexas legislações tributárias do mundo, são mais de 30 normas tributárias criadas diariamente (segundo o Instituto Brasileiro de Planejamento Tributário - IBPT).</a:t>
            </a:r>
            <a:r>
              <a:rPr lang="pt-BR" dirty="0"/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Além disso, essas leis passam por inúmeras modificações com o passar do tempo, o que, sem dúvidas, confunde o empresário e seus contadores. O recolhimento dos tributos por uma empresa muitas vezes é feito de forma errônea e várias empresas enquadradas em regimes tributários como: Simples Nacional, regime de Lucro Presumido e Lucro Real pagam mais impostos do que deveriam. E isso ocorre, porque a legislação tributária é complexa e está em constante mudança. 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Dagoberto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após um fechamento de caixa frustrante, vendo boa parte do seu faturamento sendo destinado a impostos, decide procurar ajuda.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185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Entrevista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2689677"/>
            <a:ext cx="8915400" cy="147864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https://docs.google.com/forms/d/e/1FAIpQLSf2qOHAVL8YYdE1HMoVhbNcmBzfe_ZlPUm_24o3PlEjBthS7A/viewanalytics</a:t>
            </a:r>
            <a:endParaRPr lang="pt-BR" b="0" dirty="0">
              <a:effectLst/>
            </a:endParaRP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b="0" dirty="0">
                <a:effectLst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Resultado da avaliação - A média do System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Usability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Score é 48 pontos.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538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E3F5AE-D753-203F-CA90-45968D999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113" y="1905000"/>
            <a:ext cx="6973367" cy="385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6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Ao digitar a senha no modal de login da página principal, a palavra senha não é removida, 	causando confusão ao usuário.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Estética e design minimalista.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1 – Problema cosmético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61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864D9A-D8FE-2559-AC5C-89C177510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992" y="1905000"/>
            <a:ext cx="4005530" cy="425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87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Ao redimensionar a página, o endereço de e-mail fica fora da caixa de informações, não havendo uma padronização na quebra de linhas.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Estética e design minimalista.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1 – Problema cosmético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383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D559A9-BA39-57D7-6422-5F13E97C0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930" y="1905000"/>
            <a:ext cx="3990142" cy="458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26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Ao utilizar o layout de iphone o logo da CDL cobre informações sobre os lojistas.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Estética e design minimalista.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1 – Problema cosmético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504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1A6BD5B-A7F5-61C8-0EE4-24345237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438" y="2002342"/>
            <a:ext cx="7691614" cy="409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37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Ao utilizar a pesquisa direta e apertar </a:t>
            </a:r>
            <a:r>
              <a:rPr lang="pt-BR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enter</a:t>
            </a: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 sistema fica pesquisando eternamente sem dar um retorno se o item foi encontrado ou não, após apagarmos e digitar novamente o autocomplete não funciona mais.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Visibilidade do Status do Sistema.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Na home após o login do associado, na barra de pesquisa direta no topo do site.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url: 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https://arta.cdlbh.com.br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2 – Problema pequeno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780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EC1A9FE-D5AF-E0D0-1987-28CD59ABA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438" y="2018075"/>
            <a:ext cx="7930897" cy="381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628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Ao utilizar o produto Pesquisa de Serviços do SPC, entramos com os dados do operador e clicamos em verificar e nada acontece, não temos um feedback do sistema do que aconteceu.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Visibilidade do Status do Sistema.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Na home após o login do associado, na barra de pesquisa direta no topo do site.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url: 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https://arta.cdlbh.com.br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 - Pontual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2 – Problema pequeno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13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86C1EFF-E5FA-AD5A-9CB2-10AF719FC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891" y="1905000"/>
            <a:ext cx="7973627" cy="427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640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Ao utilizar o produto ONLINE Cursos Para o Varejo CDL/BH o input com o total de cursos a serem adquiridos não possui validação de quantidade máxima nem validação para aceitar somente números inteiros, gerando outros problemas no Meu Carrinho e na tela de checkout.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Visibilidade do Status do Sistema.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2 – Problema pequeno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788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A9A3855-7639-26EB-EA27-C7B7D7DDE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75" y="1905000"/>
            <a:ext cx="8238546" cy="463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0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Falta de descrição do ícone da “bandeira” antes de clicar (</a:t>
            </a:r>
            <a:r>
              <a:rPr lang="pt-BR" dirty="0" err="1">
                <a:solidFill>
                  <a:srgbClr val="000000"/>
                </a:solidFill>
                <a:latin typeface="Arial" panose="020B0604020202020204" pitchFamily="34" charset="0"/>
              </a:rPr>
              <a:t>tooltip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7. Reconhecer em vez de relembrar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https://arta.cdlbh.com.br/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1 – Problema Cosmético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04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EBB9F7F-731D-57E0-C273-66DC4B7B7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642" y="1992124"/>
            <a:ext cx="6495204" cy="424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024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Ao tentar concluir o TERMO ADITIVO AO CONTRATO DE FILIAÇÃO E RATEIO a página fica salvando o termo e não carrega a próxima página.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1. Visibilidade do status do sistema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Na home após o login do associado, nas opções abaixo, o link para o CDL Varejo 	inteligente 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3 – Problema Grande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616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E19B1-68B2-0B9F-9CA3-2B4E2B6E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Heurística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A5C4D-3CE1-9A45-3AFB-874C829E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21151"/>
            <a:ext cx="8915400" cy="4423605"/>
          </a:xfrm>
        </p:spPr>
        <p:txBody>
          <a:bodyPr>
            <a:normAutofit/>
          </a:bodyPr>
          <a:lstStyle/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Tela analisada:</a:t>
            </a:r>
          </a:p>
          <a:p>
            <a:pPr marL="11430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D7E1ED6-12A2-721B-618F-28E93D522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4" y="2019300"/>
            <a:ext cx="7683069" cy="421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665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Descrição do Problema:</a:t>
            </a:r>
          </a:p>
          <a:p>
            <a:pPr marL="400050" lvl="1" indent="0">
              <a:buNone/>
            </a:pPr>
            <a:r>
              <a:rPr lang="pt-BR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Este problema é causado pelo problema 09, a exibição dos números quebram a tela.</a:t>
            </a:r>
          </a:p>
          <a:p>
            <a:pPr marL="285750"/>
            <a:r>
              <a:rPr lang="pt-BR" dirty="0"/>
              <a:t>Heurística Violada:</a:t>
            </a:r>
          </a:p>
          <a:p>
            <a:pPr marL="0" indent="0">
              <a:buNone/>
            </a:pP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	1. Prevenção de erros</a:t>
            </a:r>
          </a:p>
          <a:p>
            <a:pPr marL="285750"/>
            <a:r>
              <a:rPr lang="pt-BR" dirty="0"/>
              <a:t>Localização: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https://arta.cdlbh.com.br/cdl-ead 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Pontual.</a:t>
            </a:r>
          </a:p>
          <a:p>
            <a:r>
              <a:rPr lang="pt-BR" dirty="0"/>
              <a:t>Classificação da Gravidade do Problema: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sz="1600" dirty="0">
                <a:solidFill>
                  <a:srgbClr val="000000"/>
                </a:solidFill>
                <a:latin typeface="Arial" panose="020B0604020202020204" pitchFamily="34" charset="0"/>
              </a:rPr>
              <a:t>Nota 3 – Problema Grande</a:t>
            </a:r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947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76C31-2025-D7DC-6130-A8C71365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3397"/>
          </a:xfrm>
        </p:spPr>
        <p:txBody>
          <a:bodyPr/>
          <a:lstStyle/>
          <a:p>
            <a:r>
              <a:rPr lang="pt-BR" dirty="0"/>
              <a:t>Membros do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9C4E70-B57F-21D5-E0EE-17ADF8AAB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21151"/>
            <a:ext cx="8915400" cy="43900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Christiano Deslandes Ribeiro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Felipe Pedrosa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Herigson</a:t>
            </a: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Felipe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Alan Dias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Gabriel Pereira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Pedro Henrique Miranda Lima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Caio do Nascimento Gabriel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Guilherme Pedrosa</a:t>
            </a: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pt-BR" dirty="0"/>
          </a:p>
          <a:p>
            <a:pPr marL="0" indent="0">
              <a:buNone/>
            </a:pPr>
            <a:endParaRPr lang="pt-B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75535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1479</Words>
  <Application>Microsoft Office PowerPoint</Application>
  <PresentationFormat>Widescreen</PresentationFormat>
  <Paragraphs>152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Wingdings 3</vt:lpstr>
      <vt:lpstr>Cacho</vt:lpstr>
      <vt:lpstr>Relatório de Usabilidade</vt:lpstr>
      <vt:lpstr>Perfil de Usuário</vt:lpstr>
      <vt:lpstr>Perguntas para traçar o perfil</vt:lpstr>
      <vt:lpstr>Personas</vt:lpstr>
      <vt:lpstr>Cenários</vt:lpstr>
      <vt:lpstr>Cenários (continuação)</vt:lpstr>
      <vt:lpstr>Entrevista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Avaliação Heurística</vt:lpstr>
      <vt:lpstr>Problema de Usabilidade</vt:lpstr>
      <vt:lpstr>Membros do grupo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Usabilidade</dc:title>
  <dc:creator>Christiano Deslandes</dc:creator>
  <cp:lastModifiedBy>Christiano Deslandes</cp:lastModifiedBy>
  <cp:revision>2</cp:revision>
  <dcterms:created xsi:type="dcterms:W3CDTF">2022-06-09T22:12:26Z</dcterms:created>
  <dcterms:modified xsi:type="dcterms:W3CDTF">2022-06-14T00:16:09Z</dcterms:modified>
</cp:coreProperties>
</file>